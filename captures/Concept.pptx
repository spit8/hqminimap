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75" d="100"/>
          <a:sy n="75" d="100"/>
        </p:scale>
        <p:origin x="1818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3528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Couverture de mod</a:t>
            </a:r>
            <a:r>
              <a:t>. </a:t>
            </a:r>
            <a:r>
              <a:rPr lang="fr-FR"/>
              <a:t>Direction révisée à la demande </a:t>
            </a:r>
            <a:r>
              <a:t>de </a:t>
            </a:r>
            <a:r>
              <a:rPr lang="fr-FR"/>
              <a:t>l’utilisateur : gaming et technique</a:t>
            </a:r>
            <a:r>
              <a:t>, </a:t>
            </a:r>
            <a:r>
              <a:rPr lang="fr-FR"/>
              <a:t>gestion de transports de voyageurs et marchandises. Textes éditables</a:t>
            </a:r>
            <a:r>
              <a:t>. </a:t>
            </a:r>
            <a:r>
              <a:rPr lang="fr-FR"/>
              <a:t>Illustration générée </a:t>
            </a:r>
            <a:r>
              <a:t>par </a:t>
            </a:r>
            <a:r>
              <a:rPr lang="fr-FR"/>
              <a:t>IA</a:t>
            </a:r>
            <a:r>
              <a:t>, </a:t>
            </a:r>
            <a:r>
              <a:rPr lang="fr-FR"/>
              <a:t>non représentative de l’interface ou du rendu réel </a:t>
            </a:r>
            <a:r>
              <a:t>du </a:t>
            </a:r>
            <a:r>
              <a:rPr lang="fr-FR"/>
              <a:t>mod</a:t>
            </a:r>
            <a:r>
              <a:t>. Remplacer </a:t>
            </a:r>
            <a:r>
              <a:rPr lang="fr-FR"/>
              <a:t>le fond illustratif </a:t>
            </a:r>
            <a:r>
              <a:t>par une vraie capture </a:t>
            </a:r>
            <a:r>
              <a:rPr lang="fr-FR"/>
              <a:t>et retirer la mention d’illustration </a:t>
            </a:r>
            <a:r>
              <a:t>avant publication. </a:t>
            </a:r>
            <a:r>
              <a:rPr lang="fr-FR"/>
              <a:t>Format 16:9 provisoire. Source des caractéristiques : description fournie par l’utilisateur</a:t>
            </a:r>
            <a:r>
              <a:t>. </a:t>
            </a:r>
            <a:r>
              <a:rPr lang="fr-FR"/>
              <a:t>Aucune promesse de performance</a:t>
            </a:r>
            <a:r>
              <a:t>, </a:t>
            </a:r>
            <a:r>
              <a:rPr lang="fr-FR"/>
              <a:t>de mise à jour temps réel ou de fonctionnalité supplémentaire</a:t>
            </a:r>
            <a:r>
              <a:t>. </a:t>
            </a:r>
            <a:r>
              <a:rPr lang="fr-FR"/>
              <a:t>Fond généré : /agent/turn2/workspace/images/image-7fad3c724620fd13a53cfb0343be192d</a:t>
            </a:r>
            <a:r>
              <a:t>.</a:t>
            </a:r>
            <a:r>
              <a:rPr lang="fr-FR"/>
              <a:t>jpg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689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2-0001-4000-8000-000000000000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5715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292923"/>
                </a:solidFill>
                <a:latin typeface="DejaVu Sans"/>
                <a:ea typeface="DejaVu Sans"/>
                <a:cs typeface="DejaVu Sans"/>
              </a:defRPr>
            </a:pPr>
            <a:r>
              <a:rPr lang="fr-FR" sz="1875" b="1" i="0" dirty="0">
                <a:solidFill>
                  <a:srgbClr val="A5BAC7"/>
                </a:solidFill>
                <a:latin typeface="DejaVu Sans Condensed"/>
              </a:rPr>
              <a:t>TRANSPORT FEVER 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2-0002-4000-8000-000000000000}"/>
              </a:ext>
            </a:extLst>
          </p:cNvPr>
          <p:cNvSpPr>
            <a:spLocks noGrp="1"/>
          </p:cNvSpPr>
          <p:nvPr/>
        </p:nvSpPr>
        <p:spPr>
          <a:xfrm>
            <a:off x="476250" y="1819275"/>
            <a:ext cx="61912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925" b="1">
                <a:solidFill>
                  <a:srgbClr val="CA4D24"/>
                </a:solidFill>
                <a:latin typeface="DejaVu Sans"/>
                <a:ea typeface="DejaVu Sans"/>
                <a:cs typeface="DejaVu Sans"/>
              </a:defRPr>
            </a:pPr>
            <a:r>
              <a:rPr lang="fr-FR" sz="6000" b="1" i="1" dirty="0">
                <a:solidFill>
                  <a:srgbClr val="39D9EF"/>
                </a:solidFill>
                <a:latin typeface="DejaVu Sans Condensed"/>
              </a:rPr>
              <a:t>HQ </a:t>
            </a:r>
            <a:r>
              <a:rPr lang="fr-FR" sz="6000" b="1" i="1" dirty="0" err="1">
                <a:solidFill>
                  <a:srgbClr val="39D9EF"/>
                </a:solidFill>
                <a:latin typeface="DejaVu Sans Condensed"/>
              </a:rPr>
              <a:t>miniMap</a:t>
            </a:r>
            <a:endParaRPr lang="fr-FR" sz="6000" b="1" i="1" dirty="0">
              <a:solidFill>
                <a:srgbClr val="39D9EF"/>
              </a:solidFill>
              <a:latin typeface="DejaVu Sans Condensed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2-0003-4000-8000-000000000000}"/>
              </a:ext>
            </a:extLst>
          </p:cNvPr>
          <p:cNvSpPr>
            <a:spLocks noGrp="1"/>
          </p:cNvSpPr>
          <p:nvPr/>
        </p:nvSpPr>
        <p:spPr>
          <a:xfrm>
            <a:off x="476250" y="2857500"/>
            <a:ext cx="5905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450" b="1">
                <a:solidFill>
                  <a:srgbClr val="292923"/>
                </a:solidFill>
                <a:latin typeface="DejaVu Sans"/>
                <a:ea typeface="DejaVu Sans"/>
                <a:cs typeface="DejaVu Sans"/>
              </a:defRPr>
            </a:pPr>
            <a:r>
              <a:rPr lang="fr-FR" sz="2400" b="1" i="1" dirty="0">
                <a:solidFill>
                  <a:srgbClr val="F2F7FA"/>
                </a:solidFill>
                <a:latin typeface="DejaVu Sans Condensed"/>
              </a:rPr>
              <a:t>All </a:t>
            </a:r>
            <a:r>
              <a:rPr lang="fr-FR" sz="2400" b="1" i="1" dirty="0" err="1">
                <a:solidFill>
                  <a:srgbClr val="F2F7FA"/>
                </a:solidFill>
                <a:latin typeface="DejaVu Sans Condensed"/>
              </a:rPr>
              <a:t>you</a:t>
            </a:r>
            <a:r>
              <a:rPr lang="fr-FR" sz="2400" b="1" i="1" dirty="0">
                <a:solidFill>
                  <a:srgbClr val="F2F7FA"/>
                </a:solidFill>
                <a:latin typeface="DejaVu Sans Condensed"/>
              </a:rPr>
              <a:t>  </a:t>
            </a:r>
            <a:r>
              <a:rPr lang="fr-FR" sz="2400" b="1" i="1" dirty="0" err="1">
                <a:solidFill>
                  <a:srgbClr val="F2F7FA"/>
                </a:solidFill>
                <a:latin typeface="DejaVu Sans Condensed"/>
              </a:rPr>
              <a:t>need</a:t>
            </a:r>
            <a:r>
              <a:rPr lang="fr-FR" sz="2400" b="1" i="1" dirty="0">
                <a:solidFill>
                  <a:srgbClr val="F2F7FA"/>
                </a:solidFill>
                <a:latin typeface="DejaVu Sans Condensed"/>
              </a:rPr>
              <a:t> in a single screen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2-0004-4000-8000-000000000000}"/>
              </a:ext>
            </a:extLst>
          </p:cNvPr>
          <p:cNvSpPr>
            <a:spLocks noGrp="1"/>
          </p:cNvSpPr>
          <p:nvPr/>
        </p:nvSpPr>
        <p:spPr>
          <a:xfrm>
            <a:off x="552450" y="4000500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292923"/>
                </a:solidFill>
                <a:latin typeface="DejaVu Sans"/>
                <a:ea typeface="DejaVu Sans"/>
                <a:cs typeface="DejaVu Sans"/>
              </a:defRPr>
            </a:pPr>
            <a:r>
              <a:rPr lang="fr-FR" sz="2175" b="1" i="0">
                <a:solidFill>
                  <a:srgbClr val="FFAA40"/>
                </a:solidFill>
                <a:latin typeface="DejaVu Sans Condensed"/>
              </a:rPr>
              <a:t>HIGH RESOLUTION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2-0005-4000-8000-000000000000}"/>
              </a:ext>
            </a:extLst>
          </p:cNvPr>
          <p:cNvSpPr>
            <a:spLocks noGrp="1"/>
          </p:cNvSpPr>
          <p:nvPr/>
        </p:nvSpPr>
        <p:spPr>
          <a:xfrm>
            <a:off x="552450" y="4486275"/>
            <a:ext cx="5619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71695B"/>
                </a:solidFill>
                <a:latin typeface="DejaVu Sans"/>
                <a:ea typeface="DejaVu Sans"/>
                <a:cs typeface="DejaVu Sans"/>
              </a:defRPr>
            </a:pPr>
            <a:r>
              <a:rPr lang="fr-FR" sz="2025" b="0" i="0">
                <a:solidFill>
                  <a:srgbClr val="F2F7FA"/>
                </a:solidFill>
                <a:latin typeface="DejaVu Sans Condensed"/>
              </a:rPr>
              <a:t>Passengers and freight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14411C18-5D52-5A60-1F55-548BB63003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87" t="20386" r="31706" b="9847"/>
          <a:stretch>
            <a:fillRect/>
          </a:stretch>
        </p:blipFill>
        <p:spPr>
          <a:xfrm>
            <a:off x="6381750" y="1144319"/>
            <a:ext cx="5142964" cy="4569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0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120</Words>
  <Application>Microsoft Office PowerPoint</Application>
  <PresentationFormat>Grand écran</PresentationFormat>
  <Paragraphs>6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3" baseType="lpstr">
      <vt:lpstr>DejaVu Sans</vt:lpstr>
      <vt:lpstr>ChatGPT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Wilfried LAMBERT</dc:creator>
  <cp:lastModifiedBy>Wilfried LAMBERT</cp:lastModifiedBy>
  <cp:revision>2</cp:revision>
  <dcterms:created xsi:type="dcterms:W3CDTF">2026-10-26T16:10:44Z</dcterms:created>
  <dcterms:modified xsi:type="dcterms:W3CDTF">2026-10-26T17:16:22Z</dcterms:modified>
</cp:coreProperties>
</file>